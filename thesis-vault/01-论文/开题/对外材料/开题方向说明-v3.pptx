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硕士学位论文开题方向说明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8F1F3"/>
                </a:solidFill>
                <a:latin typeface="微软雅黑"/>
                <a:ea typeface="微软雅黑"/>
                <a:cs typeface="微软雅黑"/>
              </a:rPr>
              <a:t>面向多目标任务型对话的证据约束风险敏感序贯决策方法</a:t>
            </a:r>
          </a:p>
          <a:p>
            <a:r>
              <a:rPr sz="2000" b="0">
                <a:solidFill>
                  <a:srgbClr val="C8DBE0"/>
                </a:solidFill>
                <a:latin typeface="微软雅黑"/>
                <a:ea typeface="微软雅黑"/>
                <a:cs typeface="微软雅黑"/>
              </a:rPr>
              <a:t>——以智能招聘代聊为例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学科方向：软件工程 / 人工智能   ·   用途：导师沟通与开题准备</a:t>
            </a:r>
          </a:p>
          <a:p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版本：2026-08-01  v3（通用问题 + 招聘验证）  ·  状态：待导师确认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开题方向说明 · 待导师确认  |  2/10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01  选题方向：研究什么，不研究什么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02  开题方向：如何向学院与导师表述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03  研究方向：算法主线与理论归属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04  研究目标：预期贡献与验证目标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05  业务验证：为何用招聘代聊作素材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06  与同类论文的差异（防同质化）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07  下一步与需导师确认事项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一、选题方向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开题方向说明 · 待导师确认  |  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一句话定位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科学问题做通用，实验素材用招聘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不是研究「招聘对话系统」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而是研究：多目标任务型对话中，在意图不确定、槽位歧义、证据不充分时，如何做代价敏感的序贯选择性决策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智能招聘代聊 = 验证场景，不是论文边界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530352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39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F6F7E"/>
                </a:solidFill>
                <a:latin typeface="微软雅黑"/>
                <a:ea typeface="微软雅黑"/>
                <a:cs typeface="微软雅黑"/>
              </a:rPr>
              <a:t>建议题目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93775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主推：面向多目标任务型对话的证据约束风险敏感序贯决策方法——以智能招聘代聊为例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备选1：任务型对话中的回答—澄清—弃权序贯选择性决策算法研究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备选2：基于意图信念与证据门控的多目标对话策略优化方法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备选3：面向高风险任务型对话的不确定性感知动作选择算法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二、开题方向（见导师口径）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开题方向说明 · 待导师确认  |  4/10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见导师一句话：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我做的不是招聘 Agent 系统论文，而是任务型对话中的序贯选择性决策算法；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招聘代聊提供高并发、多目标、高代价的真实验证环境；方法可迁移到客服、政务等同类场景。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开题应写清的四件事：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1. 科学问题：不确定条件下的动作选择（执行 / 澄清 / 弃权）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2. 理论归属：Reject-Option / Selective Prediction（Chow 拒答规则）的多轮推广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3. 方法贡献：证据门控 + 风险敏感序贯决策（EG-RSD）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4. 验证方案：脱敏招聘对话主实验 + 至少一个迁移场景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12080"/>
            <a:ext cx="10881360" cy="914400"/>
          </a:xfrm>
          <a:prstGeom prst="roundRect">
            <a:avLst/>
          </a:prstGeom>
          <a:solidFill>
            <a:srgbClr val="EAF3F5"/>
          </a:solidFill>
          <a:ln>
            <a:solidFill>
              <a:srgbClr val="2F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开题原则：算法贡献在前，业务场景在后；避免写成「又一个招聘 RAG/Agent 系统」。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三、研究方向：算法主线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开题方向说明 · 待导师确认  |  5/10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1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意图信念 b_t（分布，非硬标签）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槽位置信 / 歧义分 z_t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证据充分度 e_t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s_t = (b_t, z_t, e_t)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5156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18871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F6F7E"/>
                </a:solidFill>
                <a:latin typeface="微软雅黑"/>
                <a:ea typeface="微软雅黑"/>
                <a:cs typeface="微软雅黑"/>
              </a:rPr>
              <a:t>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55448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EXECUTE：执行/回答/调工具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CLARIFY：澄清追问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ABSTAIN：弃权/转人工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目标：最小化累计业务风险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51560"/>
            <a:ext cx="35661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18871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47B2D"/>
                </a:solidFill>
                <a:latin typeface="微软雅黑"/>
                <a:ea typeface="微软雅黑"/>
                <a:cs typeface="微软雅黑"/>
              </a:rPr>
              <a:t>主算法 EG-RSD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Evidence-Gated Risk-Sensitive Dialogue Decision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1) 信念更新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2) 证据可行域门控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3) 代价敏感动作选择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只打一拳：决策层创新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四、理论归属与创新点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开题方向说明 · 待导师确认  |  6/10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理论根：Reject-Option Classification / Selective Prediction（Chow 1970 等）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经典规则：预测 or 拒答（单步、主要依赖后验概率）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本课题推广：多轮 + 澄清动作 + 证据可行域 + 不对称业务代价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拟主张的三点创新（待查重后写「首次」）：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① 从静态拒答推广到多轮「执行 / 澄清 / 弃权」序贯决策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② 引入证据可行域：置信度高但证据不足，禁止承诺性回答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③ 多目标不对称代价：匹配错、答疑幻觉、过早留资、过度澄清成本不同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明确不写进创新：中控 Agent 架构、RAG 工程、Few-shot、拟人度 Prompt、Redis 记忆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五、研究目标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开题方向说明 · 待导师确认  |  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5212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总体目标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212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提出可计算的序贯选择性决策算法 EG-RSD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在黑盒大模型调用条件下可落地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相对经典拒答规则给出可证明退化/性质（拟证命题）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在招聘代聊脱敏数据上验证业务风险下降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用迁移场景证明方法不只贴招聘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3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F6F7E"/>
                </a:solidFill>
                <a:latin typeface="微软雅黑"/>
                <a:ea typeface="微软雅黑"/>
                <a:cs typeface="微软雅黑"/>
              </a:rPr>
              <a:t>可检验目标（指标）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业务期望风险下降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错误回答 / 错误执行率下降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风险—覆盖率曲线（RC）改善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平均澄清轮数可控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证据不足时的错误执行率下降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相对强基线有稳定增益 + 完整消融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六、为何用招聘代聊作验证素材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开题方向说明 · 待导师确认  |  8/10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招聘不是论文边界，而是把通用问题高强度暴露出来的验证域：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中控三任务：匹配 / 留资 / 答疑  →  多目标策略切换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intent + confidence + slots + action  →  不确定感知动作接口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RAG 抑制答疑幻觉  →  证据约束可回答判定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「96的」口语歧义  →  澄清 / 主动信息获取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错匹配 / 错答 / 过早留资代价不同  →  不对称代价决策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高并发 + 弱模型工程补效果  →  黑盒 LLM 外层决策算法场景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七、与同类硕博论文的差异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开题方向说明 · 待导师确认  |  9/10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国内常见范式（如「基于 BERT 的医学智能问答关键算法」）：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垂直领域 + NER/意图模块改进 + RAG/图谱系统验证  →  研究「如何答得更准」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本课题差异：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通用决策问题 + 招聘验证  →  研究「何时该答、该追问、该弃权」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防同质化红线：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× 不要做成招聘版 NER + 意图分类 + RAG 系统论文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× 不要只用 Accuracy/F1 当全部指标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√ 主指标用业务风险、错误执行率、风险—覆盖率、澄清轮次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八、下一步与需确认事项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开题方向说明 · 待导师确认  |  10/10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5212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B3A4B"/>
                </a:solidFill>
                <a:latin typeface="微软雅黑"/>
                <a:ea typeface="微软雅黑"/>
                <a:cs typeface="微软雅黑"/>
              </a:rPr>
              <a:t>近期行动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212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导师确认：通用问题 + 招聘验证是否符合「底层算法」要求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确认学位类型重心（学术型/专业型）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精读 B0 理论批次（Chow / Franc / CRC 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专项查重：sequential reject + clarification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脱敏数据协议与最小实验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开题截止目标：2026-09-10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3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47B2D"/>
                </a:solidFill>
                <a:latin typeface="微软雅黑"/>
                <a:ea typeface="微软雅黑"/>
                <a:cs typeface="微软雅黑"/>
              </a:rPr>
              <a:t>请导师拍板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题目表述是否可直接用于开题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理论归属（拒答规则推广）是否认可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招聘验证 + 迁移实验是否必要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创新点三条是否收得够紧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是否需要再压缩业务描述篇幅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